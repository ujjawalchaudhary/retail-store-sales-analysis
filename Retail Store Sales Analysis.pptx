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A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15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8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41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77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59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44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41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4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3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27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7E830-FC23-4C37-ABE3-AC005B983CE5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3A6D7-8045-4292-BF4B-361DCD02B2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000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36946-74E2-C3EA-56CA-8CE4170AD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1095751"/>
          </a:xfrm>
        </p:spPr>
        <p:txBody>
          <a:bodyPr>
            <a:normAutofit/>
          </a:bodyPr>
          <a:lstStyle/>
          <a:p>
            <a:r>
              <a:rPr lang="en-IN" b="1" dirty="0"/>
              <a:t>Retail Store Sales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EA64D-B7A3-3A0C-D64F-9E1A82356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297" y="3429000"/>
            <a:ext cx="8825658" cy="861420"/>
          </a:xfrm>
        </p:spPr>
        <p:txBody>
          <a:bodyPr/>
          <a:lstStyle/>
          <a:p>
            <a:r>
              <a:rPr lang="en-US" b="1" dirty="0"/>
              <a:t>By Ujjawal Chaudhary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37732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DA61-983C-9CDE-FF39-2A3EA1FDA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" y="196645"/>
            <a:ext cx="4729316" cy="1119392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A50C4-275F-48D6-E897-D4515819D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380" y="2137031"/>
            <a:ext cx="9419303" cy="2248155"/>
          </a:xfrm>
        </p:spPr>
        <p:txBody>
          <a:bodyPr/>
          <a:lstStyle/>
          <a:p>
            <a:pPr algn="l"/>
            <a:r>
              <a:rPr lang="en-US" dirty="0"/>
              <a:t>I am working as a junior data analyst for </a:t>
            </a:r>
            <a:r>
              <a:rPr lang="en-US" b="1" dirty="0" err="1"/>
              <a:t>FashionWave</a:t>
            </a:r>
            <a:r>
              <a:rPr lang="en-US" dirty="0"/>
              <a:t>, a mid-sized retail chain with 50 stores across India. The company has been facing </a:t>
            </a:r>
            <a:r>
              <a:rPr lang="en-US" b="1" dirty="0"/>
              <a:t>stagnant weekend sales</a:t>
            </a:r>
            <a:r>
              <a:rPr lang="en-US" dirty="0"/>
              <a:t>, while weekday sales are consistent. Management wants to understand what drives sales, which products are performing well, and how discounting affects profitability.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94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9D48-EE8E-D6E2-9BD6-811EC8F7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55" y="255153"/>
            <a:ext cx="5987845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A47FB-94AF-0530-5507-94AEEADAB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EA1CB-5B44-6A47-EC91-FF379E87F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68" y="1470333"/>
            <a:ext cx="10014297" cy="457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83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287B-BB48-3888-F495-09D32065C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6645" y="-157316"/>
            <a:ext cx="7059561" cy="1012723"/>
          </a:xfrm>
        </p:spPr>
        <p:txBody>
          <a:bodyPr>
            <a:normAutofit/>
          </a:bodyPr>
          <a:lstStyle/>
          <a:p>
            <a:r>
              <a:rPr lang="en-US" sz="4800" b="1" dirty="0"/>
              <a:t>Glimpse of Dashboard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37119-D4F6-C8DD-4B06-EB76CE7B1C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2F799-949F-9288-86EE-6F685A5FA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715"/>
            <a:ext cx="12192000" cy="576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9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F2CB-7E8A-EC37-8F23-C34D2F401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70040"/>
            <a:ext cx="10402529" cy="953728"/>
          </a:xfrm>
        </p:spPr>
        <p:txBody>
          <a:bodyPr>
            <a:noAutofit/>
          </a:bodyPr>
          <a:lstStyle/>
          <a:p>
            <a:r>
              <a:rPr lang="en-IN" sz="4800" b="1" dirty="0"/>
              <a:t>Product Categories and Profit Margin</a:t>
            </a:r>
            <a:br>
              <a:rPr lang="en-IN" sz="4800" dirty="0"/>
            </a:br>
            <a:br>
              <a:rPr lang="en-IN" sz="4800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08873-DAE3-774A-4B0F-2E355C469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6" y="4618701"/>
            <a:ext cx="11720052" cy="2335161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Shoes are the strongest-performing category and contribute the largest share of overall profitability.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Accessories generate the lowest profit, indicating lower margins or weaker sales performance.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Increase marketing and inventory focus on Shoes.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Review pricing and discount strategies for Accessories to improve profitability.</a:t>
            </a:r>
          </a:p>
          <a:p>
            <a:pPr algn="l"/>
            <a:endParaRPr lang="en-US" dirty="0"/>
          </a:p>
          <a:p>
            <a:pPr algn="l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F7A38-69FA-0B15-6FB4-043D6AAB7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71718"/>
            <a:ext cx="5269047" cy="30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8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12A6-7923-3842-4185-8F38468D8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" y="80144"/>
            <a:ext cx="12722942" cy="1414360"/>
          </a:xfrm>
        </p:spPr>
        <p:txBody>
          <a:bodyPr>
            <a:normAutofit/>
          </a:bodyPr>
          <a:lstStyle/>
          <a:p>
            <a:r>
              <a:rPr lang="en-US" sz="4800" b="1" dirty="0"/>
              <a:t>Weekend Sales VS Weekday Sales</a:t>
            </a:r>
            <a:br>
              <a:rPr lang="en-US" sz="4800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C5F5C-EA4F-6050-EC62-A3F6027DA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393" y="4575431"/>
            <a:ext cx="11597149" cy="2110503"/>
          </a:xfrm>
        </p:spPr>
        <p:txBody>
          <a:bodyPr/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Most customers prefer shopping on weekdays, indicating stronger weekday demand and customer activity.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Weekend sales are comparatively low and may represent an opportunity for growth.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Introduce weekend-exclusive offers or promotions to increase weekend footfall and sales.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Run targeted marketing campaigns during weekends to improve customer engagement.</a:t>
            </a:r>
          </a:p>
          <a:p>
            <a:pPr algn="l"/>
            <a:endParaRPr lang="en-US" sz="2000" dirty="0"/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0369F9-DC8B-AFCB-7109-55AD78A80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35" y="1068128"/>
            <a:ext cx="4385188" cy="314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24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4E5E-C0DB-E00A-9818-42405FC8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F302-D5B9-BB2E-3E63-368B3DC95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" y="-613773"/>
            <a:ext cx="12722942" cy="1414360"/>
          </a:xfrm>
        </p:spPr>
        <p:txBody>
          <a:bodyPr>
            <a:normAutofit/>
          </a:bodyPr>
          <a:lstStyle/>
          <a:p>
            <a:r>
              <a:rPr lang="en-US" sz="4800" b="1" dirty="0"/>
              <a:t>Impact Of Discounting on Profit Margins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D0B9A-4C3C-B25B-71FE-6E2448E4B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393" y="4257368"/>
            <a:ext cx="11597149" cy="2507225"/>
          </a:xfrm>
        </p:spPr>
        <p:txBody>
          <a:bodyPr>
            <a:normAutofit lnSpcReduction="10000"/>
          </a:bodyPr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Heavy discounts significantly reduce overall profitability.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Although discounts may help increase sales volume, excessive discounting lowers margins and business earnings.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Avoid large discounts on high-performing products like Shoes.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Apply discounts mainly to slow-moving or seasonal inventory.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Use moderate and targeted discount strategies to balance sales growth and profitability.</a:t>
            </a:r>
          </a:p>
          <a:p>
            <a:pPr algn="l"/>
            <a:endParaRPr lang="en-US" sz="2000" dirty="0"/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AFB4B-959C-7F19-BAE8-980823D59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933" y="931235"/>
            <a:ext cx="5907745" cy="319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72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6E87-177A-EDEB-76D9-9F4FEBE7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04D2-F036-A2A3-761F-089EF2BFD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0" y="-613773"/>
            <a:ext cx="7826477" cy="1414360"/>
          </a:xfrm>
        </p:spPr>
        <p:txBody>
          <a:bodyPr>
            <a:normAutofit/>
          </a:bodyPr>
          <a:lstStyle/>
          <a:p>
            <a:r>
              <a:rPr lang="en-US" sz="4800" b="1" dirty="0"/>
              <a:t>Stores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72F17-39E3-BEAA-F9EB-DB31E229C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560" y="4719484"/>
            <a:ext cx="11597149" cy="2241755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Some stores generate lower sales and profit compared to top-performing stores.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Underperforming stores may have lower customer demand and weaker sales of high-profit categories.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Increase marketing activities and weekend promotions in low-performing stores.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Improve inventory planning by focusing on high-demand and high-profit products.</a:t>
            </a: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038D7-6EE3-0D1D-90B9-35E799820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19" y="903679"/>
            <a:ext cx="8101671" cy="371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7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FD46-7247-8884-E080-73F73934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EF2F-E53B-2A36-AE04-99AE8B45A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75969" y="-662483"/>
            <a:ext cx="13352206" cy="1414360"/>
          </a:xfrm>
        </p:spPr>
        <p:txBody>
          <a:bodyPr>
            <a:normAutofit/>
          </a:bodyPr>
          <a:lstStyle/>
          <a:p>
            <a:r>
              <a:rPr lang="en-US" sz="4400" b="1" dirty="0"/>
              <a:t>Customer Segmentation Based on Purchase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05145-062D-25AB-020B-7B8A7BF8C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560" y="4719484"/>
            <a:ext cx="11597149" cy="2241755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Key Observations &amp; Recommendations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Customers respond differently to discounts and promotional offers.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Some customers appear more price-sensitive, as sales increase during discount periods.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Use targeted promotional campaigns for discount-sensitive customers.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dirty="0"/>
              <a:t>Introduce personalized offers and loyalty programs to improve customer retention and repeat purchases.</a:t>
            </a:r>
          </a:p>
          <a:p>
            <a:pPr algn="l"/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E0BEB-8680-24B5-3ADA-07CA67FEE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3" y="1012895"/>
            <a:ext cx="5198239" cy="346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6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480F8-410A-B962-D75A-F8AE6E212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176980"/>
            <a:ext cx="6594987" cy="824578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Strategic Recommendation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DACF3-5CDA-F612-F47F-4F9D85F91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767" y="1740310"/>
            <a:ext cx="5515897" cy="502428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                Quick Wins</a:t>
            </a:r>
          </a:p>
          <a:p>
            <a:pPr marL="0" indent="0">
              <a:buNone/>
            </a:pP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Introduce weekend-exclusive offers to improve weekend sales performance.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Focus marketing and inventory on high-performing categories like Shoes.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Reduce excessive discounts on products already generating strong profits.</a:t>
            </a: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A87FA-24C6-4EE5-7222-8E4F84D2F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6104" y="1740310"/>
            <a:ext cx="5515896" cy="511769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              Long-Term Strategies</a:t>
            </a:r>
          </a:p>
          <a:p>
            <a:pPr marL="0" indent="0">
              <a:buNone/>
            </a:pPr>
            <a:endParaRPr lang="en-IN" b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Improve underperforming stores using location-     based promotions and better inventory planning.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 Use customer behavior insights to create     personalized marketing campaigns.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Build loyalty programs to increase customer retention and repeat purchases.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4734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3BA9-49ED-C155-43A9-B4386598A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0"/>
            <a:ext cx="9144000" cy="3205163"/>
          </a:xfrm>
        </p:spPr>
        <p:txBody>
          <a:bodyPr>
            <a:noAutofit/>
          </a:bodyPr>
          <a:lstStyle/>
          <a:p>
            <a:r>
              <a:rPr lang="en-US" sz="103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Thank You</a:t>
            </a:r>
            <a:endParaRPr lang="en-IN" sz="10300" b="1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D4F4C-D833-972C-93E5-68B81CD03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by: Ujjawal Chaudhary</a:t>
            </a:r>
          </a:p>
        </p:txBody>
      </p:sp>
    </p:spTree>
    <p:extLst>
      <p:ext uri="{BB962C8B-B14F-4D97-AF65-F5344CB8AC3E}">
        <p14:creationId xmlns:p14="http://schemas.microsoft.com/office/powerpoint/2010/main" val="2016256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167</TotalTime>
  <Words>439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Wingdings</vt:lpstr>
      <vt:lpstr>Office Theme</vt:lpstr>
      <vt:lpstr>Retail Store Sales Analysis</vt:lpstr>
      <vt:lpstr>Introduction</vt:lpstr>
      <vt:lpstr>Dataset Overview </vt:lpstr>
      <vt:lpstr>Glimpse of Dashboard</vt:lpstr>
      <vt:lpstr>Product Categories and Profit Margin  </vt:lpstr>
      <vt:lpstr>Weekend Sales VS Weekday Sales </vt:lpstr>
      <vt:lpstr>Impact Of Discounting on Profit Margins</vt:lpstr>
      <vt:lpstr>Stores Performance</vt:lpstr>
      <vt:lpstr>Customer Segmentation Based on Purchase Behavior</vt:lpstr>
      <vt:lpstr>Strategic Recommendation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Ujjawal chaudhary</dc:creator>
  <cp:lastModifiedBy>Ujjawal chaudhary</cp:lastModifiedBy>
  <cp:revision>17</cp:revision>
  <cp:lastPrinted>2026-05-09T03:42:36Z</cp:lastPrinted>
  <dcterms:created xsi:type="dcterms:W3CDTF">2026-05-09T01:40:21Z</dcterms:created>
  <dcterms:modified xsi:type="dcterms:W3CDTF">2026-05-14T12:28:21Z</dcterms:modified>
</cp:coreProperties>
</file>